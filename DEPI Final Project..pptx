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65" r:id="rId6"/>
    <p:sldId id="266" r:id="rId7"/>
    <p:sldId id="268" r:id="rId8"/>
    <p:sldId id="269" r:id="rId9"/>
    <p:sldId id="270" r:id="rId10"/>
    <p:sldId id="26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04649C6C-5AA2-05C7-972D-73326071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AED1E703-CF79-746F-8F00-2D5D2C651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01854753-D1BA-F09C-351C-E3642F426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744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FBC14576-02D8-0F0D-BCDA-9466769F1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0D47AD7A-8387-4C7F-9939-353749B89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2761F4C7-E3D1-F29D-4250-0DC4B6FF88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0856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BEBD602C-F4F6-7E17-5FB7-FBC782312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66C0CC2D-97B1-4091-2581-EEA0F3182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7C6AA77E-1AD3-5472-0ADD-FD74D6FBA8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7931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hyperlink" Target="https://github.com/22https:/github.com/mohamedatia2223/Anomaly-detection-DEPImohamedatia22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Multimodal AI Anomaly Detector</a:t>
            </a:r>
            <a:endParaRPr dirty="0"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Detect anomalies in Text, Images, and Network Packets using Machine Learning &amp; Deep Learning</a:t>
            </a:r>
            <a:endParaRPr dirty="0"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Problem Being Solved</a:t>
            </a:r>
            <a:br>
              <a:rPr lang="en-US" sz="2000" b="1" dirty="0"/>
            </a:br>
            <a:r>
              <a:rPr lang="en-US" sz="2000" dirty="0"/>
              <a:t>Modern security systems usually analyze only one type of data, missing cross-modal anomalies.</a:t>
            </a:r>
            <a:br>
              <a:rPr lang="en-US" sz="2000" dirty="0"/>
            </a:br>
            <a:r>
              <a:rPr lang="en-US" sz="2000" dirty="0"/>
              <a:t>AI-generated content (text/images) and advanced cyberattacks make detection more difficult.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Proposed Solution</a:t>
            </a:r>
            <a:br>
              <a:rPr lang="en-US" sz="2000" b="1" dirty="0"/>
            </a:br>
            <a:r>
              <a:rPr lang="en-US" sz="2000" dirty="0"/>
              <a:t>A unified multimodal anomaly detection system that analyzes:</a:t>
            </a:r>
            <a:br>
              <a:rPr lang="en-US" sz="2000" dirty="0"/>
            </a:br>
            <a:r>
              <a:rPr lang="en-US" sz="2000" dirty="0"/>
              <a:t>Text, Images and Network Packets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Unique Value Proposition</a:t>
            </a:r>
            <a:br>
              <a:rPr lang="en-US" sz="2000" b="1" dirty="0"/>
            </a:br>
            <a:r>
              <a:rPr lang="en-US" sz="2000" dirty="0"/>
              <a:t>Combines NLP + Computer Vision + Cybersecurity in one pipeline.</a:t>
            </a:r>
            <a:br>
              <a:rPr lang="en-US" sz="2000" dirty="0"/>
            </a:br>
            <a:r>
              <a:rPr lang="en-US" sz="2000" dirty="0"/>
              <a:t>Detects AI-generated content and network intrusions using deep learning.</a:t>
            </a:r>
            <a:br>
              <a:rPr lang="en-US" sz="2000" dirty="0"/>
            </a:br>
            <a:r>
              <a:rPr lang="en-US" sz="2000" dirty="0"/>
              <a:t>Works directly on websites, extracting and analyzing content automatically.</a:t>
            </a:r>
            <a:br>
              <a:rPr lang="en-US" sz="2000" dirty="0"/>
            </a:br>
            <a:endParaRPr sz="2000" dirty="0"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>
          <a:blip r:embed="rId3"/>
          <a:srcRect l="8568" r="8568"/>
          <a:stretch/>
        </p:blipFill>
        <p:spPr>
          <a:xfrm>
            <a:off x="531701" y="1603947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4866968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Visual Representation (UI Wireframe)</a:t>
            </a:r>
            <a:br>
              <a:rPr lang="en-US" sz="2000" b="1" dirty="0"/>
            </a:br>
            <a:r>
              <a:rPr lang="en-US" sz="2000" dirty="0"/>
              <a:t>Homepage: Choose analysis type → (Text, Image, Website, Network Packets)</a:t>
            </a:r>
            <a:br>
              <a:rPr lang="en-US" sz="2000" dirty="0"/>
            </a:br>
            <a:r>
              <a:rPr lang="en-US" sz="2000" dirty="0"/>
              <a:t>Analysis Dashboard: Displays predictions with color-coded confidence scores</a:t>
            </a:r>
            <a:br>
              <a:rPr lang="en-US" sz="2000" dirty="0"/>
            </a:br>
            <a:r>
              <a:rPr lang="en-US" sz="2000" dirty="0"/>
              <a:t>Website Scanner Page: Shows extracted text + images + anomaly results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User Journey</a:t>
            </a:r>
            <a:br>
              <a:rPr lang="en-US" sz="2000" b="1" dirty="0"/>
            </a:br>
            <a:r>
              <a:rPr lang="en-US" sz="2000" dirty="0"/>
              <a:t>User opens the app</a:t>
            </a:r>
            <a:br>
              <a:rPr lang="en-US" sz="2000" dirty="0"/>
            </a:br>
            <a:r>
              <a:rPr lang="en-US" sz="2000" dirty="0"/>
              <a:t>Selects input type (text, image, website, packets)</a:t>
            </a:r>
            <a:br>
              <a:rPr lang="en-US" sz="2000" dirty="0"/>
            </a:br>
            <a:r>
              <a:rPr lang="en-US" sz="2000" dirty="0"/>
              <a:t>Uploads/enters data</a:t>
            </a:r>
            <a:br>
              <a:rPr lang="en-US" sz="2000" dirty="0"/>
            </a:br>
            <a:r>
              <a:rPr lang="en-US" sz="2000" dirty="0"/>
              <a:t>System analyzes using 3 AI models</a:t>
            </a:r>
            <a:br>
              <a:rPr lang="en-US" sz="2000" dirty="0"/>
            </a:br>
            <a:r>
              <a:rPr lang="en-US" sz="2000" dirty="0"/>
              <a:t>Clear results and explanations are shown</a:t>
            </a:r>
            <a:br>
              <a:rPr lang="en-US" sz="2000" dirty="0"/>
            </a:br>
            <a:br>
              <a:rPr lang="en-US" sz="2000" dirty="0"/>
            </a:br>
            <a:r>
              <a:rPr lang="en-US" sz="2000" i="1" dirty="0"/>
              <a:t>Focus on simplicity, dark UI theme, easy navigation.</a:t>
            </a:r>
            <a:br>
              <a:rPr lang="en-US" sz="2000" dirty="0"/>
            </a:br>
            <a:endParaRPr sz="2000" dirty="0"/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>
          <a:blip r:embed="rId3"/>
          <a:srcRect l="13719" r="13719"/>
          <a:stretch/>
        </p:blipFill>
        <p:spPr>
          <a:xfrm>
            <a:off x="1016517" y="2063376"/>
            <a:ext cx="2645893" cy="2731245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B91F1AEC-48E9-F4E8-B40E-4B2E0BCA40B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Primary End-Users</a:t>
            </a:r>
            <a:br>
              <a:rPr lang="en-US" sz="2000" b="1" dirty="0"/>
            </a:br>
            <a:r>
              <a:rPr lang="en-US" sz="2000" dirty="0"/>
              <a:t>Cybersecurity analysts</a:t>
            </a:r>
            <a:br>
              <a:rPr lang="en-US" sz="2000" dirty="0"/>
            </a:br>
            <a:r>
              <a:rPr lang="en-US" sz="2000" dirty="0"/>
              <a:t>Content authenticity checkers</a:t>
            </a:r>
            <a:br>
              <a:rPr lang="en-US" sz="2000" dirty="0"/>
            </a:br>
            <a:r>
              <a:rPr lang="en-US" sz="2000" dirty="0"/>
              <a:t>AI researchers</a:t>
            </a:r>
            <a:br>
              <a:rPr lang="en-US" sz="2000" dirty="0"/>
            </a:br>
            <a:r>
              <a:rPr lang="en-US" sz="2000" dirty="0"/>
              <a:t>Website auditors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Key Features</a:t>
            </a:r>
            <a:br>
              <a:rPr lang="en-US" sz="2000" b="1" dirty="0"/>
            </a:br>
            <a:r>
              <a:rPr lang="en-US" sz="2000" dirty="0"/>
              <a:t>Text Analyzer: Detects AI-generated or abnormal writing</a:t>
            </a:r>
            <a:br>
              <a:rPr lang="en-US" sz="2000" dirty="0"/>
            </a:br>
            <a:r>
              <a:rPr lang="en-US" sz="2000" dirty="0"/>
              <a:t>Image Analyzer: Identifies synthetic/AI-generated photos</a:t>
            </a:r>
            <a:br>
              <a:rPr lang="en-US" sz="2000" dirty="0"/>
            </a:br>
            <a:r>
              <a:rPr lang="en-US" sz="2000" dirty="0"/>
              <a:t>Packet Anomaly Detector: Detects malicious or unusual network behavior</a:t>
            </a:r>
            <a:br>
              <a:rPr lang="en-US" sz="2000" dirty="0"/>
            </a:br>
            <a:r>
              <a:rPr lang="en-US" sz="2000" dirty="0"/>
              <a:t>Website Scanner: Extracts + analyzes all text and images on a link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How Features Solve User Problems</a:t>
            </a:r>
            <a:br>
              <a:rPr lang="en-US" sz="2000" dirty="0"/>
            </a:br>
            <a:r>
              <a:rPr lang="en-US" sz="2000" dirty="0"/>
              <a:t>Analysts detect attacks faster</a:t>
            </a:r>
            <a:br>
              <a:rPr lang="en-US" sz="2000" dirty="0"/>
            </a:br>
            <a:r>
              <a:rPr lang="en-US" sz="2000" dirty="0"/>
              <a:t>Publishers verify if content is real or AI-generated</a:t>
            </a:r>
            <a:br>
              <a:rPr lang="en-US" sz="2000" dirty="0"/>
            </a:br>
            <a:r>
              <a:rPr lang="en-US" sz="2000" dirty="0"/>
              <a:t>Researchers evaluate multimodal anomalies in one system</a:t>
            </a:r>
            <a:br>
              <a:rPr lang="en-US" sz="2000" dirty="0"/>
            </a:br>
            <a:endParaRPr sz="2000"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3"/>
          <a:srcRect l="11582" r="11582"/>
          <a:stretch/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6197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Datasets</a:t>
            </a:r>
          </a:p>
          <a:p>
            <a:r>
              <a:rPr lang="en-US" sz="1600" dirty="0"/>
              <a:t>Text Dataset: Human vs AI text</a:t>
            </a:r>
          </a:p>
          <a:p>
            <a:r>
              <a:rPr lang="en-US" sz="1600" dirty="0"/>
              <a:t>Image Dataset: Real vs AI-generated images</a:t>
            </a:r>
          </a:p>
          <a:p>
            <a:r>
              <a:rPr lang="en-US" sz="1600" dirty="0"/>
              <a:t>Network Dataset: UNSW-NB15</a:t>
            </a:r>
          </a:p>
          <a:p>
            <a:pPr marL="114300" indent="0">
              <a:buNone/>
            </a:pPr>
            <a:r>
              <a:rPr lang="en-US" sz="1600" b="1" dirty="0"/>
              <a:t>Key Entities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Text → tokens, embeddings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Image → pixel tensors, </a:t>
            </a:r>
            <a:r>
              <a:rPr lang="en-US" sz="1600" dirty="0" err="1"/>
              <a:t>ConvNeXt</a:t>
            </a:r>
            <a:r>
              <a:rPr lang="en-US" sz="1600" dirty="0"/>
              <a:t> features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Packets → numerical features (flows, protocols, flags)</a:t>
            </a:r>
          </a:p>
          <a:p>
            <a:pPr marL="114300" indent="0">
              <a:buNone/>
            </a:pPr>
            <a:r>
              <a:rPr lang="en-US" sz="1600" b="1" dirty="0"/>
              <a:t>Data Flow</a:t>
            </a:r>
          </a:p>
          <a:p>
            <a:r>
              <a:rPr lang="en-US" sz="1600" dirty="0"/>
              <a:t>Input data collected</a:t>
            </a:r>
          </a:p>
          <a:p>
            <a:r>
              <a:rPr lang="en-US" sz="1600" dirty="0"/>
              <a:t>Preprocessed (tokenization, scaling, image transforms)</a:t>
            </a:r>
          </a:p>
          <a:p>
            <a:r>
              <a:rPr lang="en-US" sz="1600" dirty="0"/>
              <a:t>Stored in .</a:t>
            </a:r>
            <a:r>
              <a:rPr lang="en-US" sz="1600" dirty="0" err="1"/>
              <a:t>npy</a:t>
            </a:r>
            <a:r>
              <a:rPr lang="en-US" sz="1600" dirty="0"/>
              <a:t>, .</a:t>
            </a:r>
            <a:r>
              <a:rPr lang="en-US" sz="1600" dirty="0" err="1"/>
              <a:t>pkl</a:t>
            </a:r>
            <a:r>
              <a:rPr lang="en-US" sz="1600" dirty="0"/>
              <a:t>, and model folders</a:t>
            </a:r>
          </a:p>
          <a:p>
            <a:r>
              <a:rPr lang="en-US" sz="1600" dirty="0"/>
              <a:t>Loaded by models in </a:t>
            </a:r>
            <a:r>
              <a:rPr lang="en-US" sz="1600" dirty="0" err="1"/>
              <a:t>src</a:t>
            </a:r>
            <a:r>
              <a:rPr lang="en-US" sz="1600" dirty="0"/>
              <a:t>/models/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1600" dirty="0"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456495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lang="en-US" sz="1800" b="1" dirty="0"/>
          </a:p>
          <a:p>
            <a:pPr algn="ctr"/>
            <a:r>
              <a:rPr lang="en-US" sz="1800" dirty="0"/>
              <a:t>Data Flow</a:t>
            </a:r>
          </a:p>
        </p:txBody>
      </p:sp>
      <p:sp>
        <p:nvSpPr>
          <p:cNvPr id="206" name="Google Shape;206;p10"/>
          <p:cNvSpPr/>
          <p:nvPr/>
        </p:nvSpPr>
        <p:spPr>
          <a:xfrm>
            <a:off x="7321181" y="316512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lang="en-US" sz="1800" b="1" dirty="0"/>
          </a:p>
          <a:p>
            <a:pPr lvl="1" algn="ctr"/>
            <a:r>
              <a:rPr lang="en-US" sz="1800" dirty="0"/>
              <a:t>Key Entities</a:t>
            </a:r>
          </a:p>
          <a:p>
            <a:pPr algn="ctr"/>
            <a:endParaRPr lang="en-US" sz="1800" b="1" dirty="0"/>
          </a:p>
        </p:txBody>
      </p:sp>
      <p:sp>
        <p:nvSpPr>
          <p:cNvPr id="207" name="Google Shape;207;p10"/>
          <p:cNvSpPr/>
          <p:nvPr/>
        </p:nvSpPr>
        <p:spPr>
          <a:xfrm>
            <a:off x="7326052" y="1758532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326052" y="1758532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US" sz="1800" dirty="0"/>
              <a:t>Dataset Architecture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140283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Languages</a:t>
            </a:r>
          </a:p>
          <a:p>
            <a:r>
              <a:rPr lang="en-US" sz="1800" dirty="0"/>
              <a:t>Python (main language)</a:t>
            </a:r>
          </a:p>
          <a:p>
            <a:r>
              <a:rPr lang="en-US" sz="1800" dirty="0"/>
              <a:t>JavaScript/CSS (UI styling + </a:t>
            </a:r>
            <a:r>
              <a:rPr lang="en-US" sz="1800" dirty="0" err="1"/>
              <a:t>streamlit</a:t>
            </a:r>
            <a:r>
              <a:rPr lang="en-US" sz="1800" dirty="0"/>
              <a:t> components)</a:t>
            </a:r>
          </a:p>
          <a:p>
            <a:pPr marL="114300" indent="0">
              <a:buNone/>
            </a:pPr>
            <a:r>
              <a:rPr lang="en-US" sz="1800" b="1" dirty="0"/>
              <a:t>Frameworks</a:t>
            </a:r>
          </a:p>
          <a:p>
            <a:r>
              <a:rPr lang="en-US" sz="1800" dirty="0" err="1"/>
              <a:t>PyTorch</a:t>
            </a:r>
            <a:r>
              <a:rPr lang="en-US" sz="1800" dirty="0"/>
              <a:t> → BERT, </a:t>
            </a:r>
            <a:r>
              <a:rPr lang="en-US" sz="1800" dirty="0" err="1"/>
              <a:t>ConvNeXt</a:t>
            </a:r>
            <a:endParaRPr lang="en-US" sz="1800" dirty="0"/>
          </a:p>
          <a:p>
            <a:r>
              <a:rPr lang="en-US" sz="1800" dirty="0"/>
              <a:t>TensorFlow/</a:t>
            </a:r>
            <a:r>
              <a:rPr lang="en-US" sz="1800" dirty="0" err="1"/>
              <a:t>Keras</a:t>
            </a:r>
            <a:r>
              <a:rPr lang="en-US" sz="1800" dirty="0"/>
              <a:t> → Sparse Autoencoder</a:t>
            </a:r>
          </a:p>
          <a:p>
            <a:r>
              <a:rPr lang="en-US" sz="1800" dirty="0" err="1"/>
              <a:t>Streamlit</a:t>
            </a:r>
            <a:r>
              <a:rPr lang="en-US" sz="1800" dirty="0"/>
              <a:t> → Web UI</a:t>
            </a:r>
          </a:p>
          <a:p>
            <a:pPr marL="114300" indent="0">
              <a:buNone/>
            </a:pPr>
            <a:r>
              <a:rPr lang="en-US" sz="1800" b="1" dirty="0"/>
              <a:t>Supporting Technologies</a:t>
            </a:r>
          </a:p>
          <a:p>
            <a:r>
              <a:rPr lang="en-US" sz="1800" dirty="0"/>
              <a:t>NumPy / Pandas → Data manipulation</a:t>
            </a:r>
          </a:p>
          <a:p>
            <a:r>
              <a:rPr lang="en-US" sz="1800" dirty="0"/>
              <a:t>Scikit-Learn → SVM, normalization</a:t>
            </a:r>
          </a:p>
          <a:p>
            <a:r>
              <a:rPr lang="en-US" sz="1800" dirty="0"/>
              <a:t>Matplotlib → Results/plots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5F1ADAC4-0FCC-5A81-DC3F-FDEC031F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61305BC1-3F9B-0D67-3D6D-A79734AD2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0283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Live Application Status</a:t>
            </a:r>
          </a:p>
          <a:p>
            <a:r>
              <a:rPr lang="en-US" sz="1800" dirty="0"/>
              <a:t>Version: Beta</a:t>
            </a:r>
          </a:p>
          <a:p>
            <a:r>
              <a:rPr lang="en-US" sz="1800" dirty="0"/>
              <a:t>Fully working multimodal pipeline</a:t>
            </a:r>
          </a:p>
          <a:p>
            <a:r>
              <a:rPr lang="en-US" sz="1800" dirty="0" err="1"/>
              <a:t>Streamlit</a:t>
            </a:r>
            <a:r>
              <a:rPr lang="en-US" sz="1800" dirty="0"/>
              <a:t> interface with dark UI</a:t>
            </a:r>
          </a:p>
          <a:p>
            <a:pPr marL="114300" indent="0">
              <a:buNone/>
            </a:pPr>
            <a:r>
              <a:rPr lang="en-US" sz="1800" b="1" dirty="0"/>
              <a:t>Testing Phases</a:t>
            </a:r>
          </a:p>
          <a:p>
            <a:r>
              <a:rPr lang="en-US" sz="1800" dirty="0"/>
              <a:t>Unit testing: functions, preprocessors</a:t>
            </a:r>
          </a:p>
          <a:p>
            <a:r>
              <a:rPr lang="en-US" sz="1800" dirty="0"/>
              <a:t>Model testing: accuracy, F1-score, reconstruction error</a:t>
            </a:r>
          </a:p>
          <a:p>
            <a:r>
              <a:rPr lang="en-US" sz="1800" dirty="0"/>
              <a:t>User testing: UI/UX, performance, mistakes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5C11E056-646D-4B67-5671-D38034CA832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7251A604-FF99-1303-4716-C705B8FF68B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107E71C7-70EB-5696-F6E4-4894965BBA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7B3EFA0-55DF-33CB-D2F0-37E54736DBE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1281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FA6C37FF-F633-7581-DA96-ED33139B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0B4FEF94-8193-9589-8094-D277376CA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02838"/>
            <a:ext cx="459903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Reports Provided</a:t>
            </a:r>
          </a:p>
          <a:p>
            <a:r>
              <a:rPr lang="en-US" sz="1800" dirty="0"/>
              <a:t>Human vs AI Text Detection Report</a:t>
            </a:r>
          </a:p>
          <a:p>
            <a:r>
              <a:rPr lang="en-US" sz="1800" dirty="0"/>
              <a:t>AI vs Real Image Detection Report</a:t>
            </a:r>
          </a:p>
          <a:p>
            <a:r>
              <a:rPr lang="en-US" sz="1800" dirty="0"/>
              <a:t>UNSW-NB15 Autoencoder Report</a:t>
            </a:r>
          </a:p>
          <a:p>
            <a:pPr marL="114300" indent="0">
              <a:buNone/>
            </a:pPr>
            <a:r>
              <a:rPr lang="en-US" sz="1800" b="1" dirty="0"/>
              <a:t>Project Deliverables</a:t>
            </a:r>
          </a:p>
          <a:p>
            <a:r>
              <a:rPr lang="en-US" sz="1800" dirty="0"/>
              <a:t>Fully working </a:t>
            </a:r>
            <a:r>
              <a:rPr lang="en-US" sz="1800" dirty="0" err="1"/>
              <a:t>Streamlit</a:t>
            </a:r>
            <a:r>
              <a:rPr lang="en-US" sz="1800" dirty="0"/>
              <a:t> application</a:t>
            </a:r>
          </a:p>
          <a:p>
            <a:r>
              <a:rPr lang="en-US" sz="1800" dirty="0"/>
              <a:t>Source code repository</a:t>
            </a:r>
          </a:p>
          <a:p>
            <a:r>
              <a:rPr lang="en-US" sz="1800" dirty="0"/>
              <a:t>Pretrained models</a:t>
            </a:r>
          </a:p>
          <a:p>
            <a:r>
              <a:rPr lang="en-US" sz="1800" dirty="0"/>
              <a:t>Notebooks for experiments</a:t>
            </a:r>
          </a:p>
          <a:p>
            <a:r>
              <a:rPr lang="en-US" sz="1800" dirty="0"/>
              <a:t>Documentation + architecture diagram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51D0E34E-E7EE-FDDB-5E9E-A2F3E72488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7EC67FEF-88A6-AD31-AD7F-5F50F0A15F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FD52E0B7-5687-B557-5396-D65DC15423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06C7F87-E959-57AE-61D5-3C13AAD6EB4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4;p11">
            <a:extLst>
              <a:ext uri="{FF2B5EF4-FFF2-40B4-BE49-F238E27FC236}">
                <a16:creationId xmlns:a16="http://schemas.microsoft.com/office/drawing/2014/main" id="{FBA89C4A-6E05-FEDA-3A3E-0E370752C4CB}"/>
              </a:ext>
            </a:extLst>
          </p:cNvPr>
          <p:cNvSpPr txBox="1">
            <a:spLocks/>
          </p:cNvSpPr>
          <p:nvPr/>
        </p:nvSpPr>
        <p:spPr>
          <a:xfrm>
            <a:off x="6016869" y="1402838"/>
            <a:ext cx="459903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600" b="1" dirty="0"/>
              <a:t>Timeline</a:t>
            </a:r>
          </a:p>
          <a:p>
            <a:r>
              <a:rPr lang="en-US" sz="1600" dirty="0"/>
              <a:t>Week 1–2: Data cleaning + preprocessing</a:t>
            </a:r>
          </a:p>
          <a:p>
            <a:r>
              <a:rPr lang="en-US" sz="1600" dirty="0"/>
              <a:t>Week 3–5: Model training</a:t>
            </a:r>
          </a:p>
          <a:p>
            <a:r>
              <a:rPr lang="en-US" sz="1600" dirty="0"/>
              <a:t>Week 6: </a:t>
            </a:r>
            <a:r>
              <a:rPr lang="en-US" sz="1600" dirty="0" err="1"/>
              <a:t>Streamlit</a:t>
            </a:r>
            <a:r>
              <a:rPr lang="en-US" sz="1600" dirty="0"/>
              <a:t> UI</a:t>
            </a:r>
          </a:p>
          <a:p>
            <a:r>
              <a:rPr lang="en-US" sz="1600" dirty="0"/>
              <a:t>Week 7: Testing + reports</a:t>
            </a:r>
          </a:p>
          <a:p>
            <a:r>
              <a:rPr lang="en-US" sz="1600" dirty="0"/>
              <a:t>Week 8: Final integration</a:t>
            </a:r>
          </a:p>
        </p:txBody>
      </p:sp>
    </p:spTree>
    <p:extLst>
      <p:ext uri="{BB962C8B-B14F-4D97-AF65-F5344CB8AC3E}">
        <p14:creationId xmlns:p14="http://schemas.microsoft.com/office/powerpoint/2010/main" val="400469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0FECA6CB-57E0-AFEC-7232-7572901B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1FD2CFCA-E176-E90F-AC4E-899A6EB5A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76824" y="1169475"/>
            <a:ext cx="4540045" cy="46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sz="1600" b="1" dirty="0"/>
              <a:t>Team Members</a:t>
            </a:r>
            <a:endParaRPr lang="ar-EG" sz="1600" i="1" dirty="0"/>
          </a:p>
          <a:p>
            <a:r>
              <a:rPr lang="ar-EG" sz="1600" i="1" dirty="0">
                <a:latin typeface="+mj-lt"/>
              </a:rPr>
              <a:t>محمد احمد عطيه</a:t>
            </a:r>
          </a:p>
          <a:p>
            <a:r>
              <a:rPr lang="ar-EG" sz="1600" i="1" dirty="0">
                <a:latin typeface="+mj-lt"/>
              </a:rPr>
              <a:t>محمد السيد عبدالسلام </a:t>
            </a:r>
          </a:p>
          <a:p>
            <a:r>
              <a:rPr lang="ar-EG" sz="1600" i="1" dirty="0">
                <a:latin typeface="+mj-lt"/>
              </a:rPr>
              <a:t>علي محمد ابو هندي</a:t>
            </a:r>
          </a:p>
          <a:p>
            <a:r>
              <a:rPr lang="ar-EG" sz="1600" i="1" dirty="0">
                <a:latin typeface="+mj-lt"/>
              </a:rPr>
              <a:t>عبد الرحمن احمد عبده </a:t>
            </a:r>
          </a:p>
          <a:p>
            <a:r>
              <a:rPr lang="ar-EG" sz="1600" i="1" dirty="0">
                <a:latin typeface="+mj-lt"/>
              </a:rPr>
              <a:t>رزق سعيد محمد</a:t>
            </a:r>
          </a:p>
          <a:p>
            <a:r>
              <a:rPr lang="ar-EG" sz="1600" i="1" dirty="0">
                <a:latin typeface="+mj-lt"/>
              </a:rPr>
              <a:t>محمد عبد الخالق عبد المنعم</a:t>
            </a:r>
            <a:endParaRPr lang="en-US" sz="1600" i="1" dirty="0">
              <a:latin typeface="+mj-lt"/>
            </a:endParaRPr>
          </a:p>
          <a:p>
            <a:pPr marL="114300" indent="0">
              <a:buNone/>
            </a:pPr>
            <a:r>
              <a:rPr lang="en-US" sz="1600" b="1" dirty="0"/>
              <a:t>Responsibilities</a:t>
            </a:r>
          </a:p>
          <a:p>
            <a:r>
              <a:rPr lang="en-US" sz="1600" dirty="0"/>
              <a:t>ML pipeline</a:t>
            </a:r>
          </a:p>
          <a:p>
            <a:r>
              <a:rPr lang="en-US" sz="1600" dirty="0"/>
              <a:t>Feature Engineering </a:t>
            </a:r>
          </a:p>
          <a:p>
            <a:r>
              <a:rPr lang="en-US" sz="1600" dirty="0"/>
              <a:t>Data organization &amp; preprocessing</a:t>
            </a:r>
          </a:p>
          <a:p>
            <a:r>
              <a:rPr lang="en-US" sz="1600" dirty="0"/>
              <a:t>UI development</a:t>
            </a:r>
          </a:p>
          <a:p>
            <a:r>
              <a:rPr lang="en-US" sz="1600" dirty="0"/>
              <a:t>Deployment</a:t>
            </a:r>
          </a:p>
          <a:p>
            <a:r>
              <a:rPr lang="en-US" sz="1600" dirty="0"/>
              <a:t>Testing + reporting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33EB017A-9C40-C7BC-DE27-46748828B0F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AAB472A2-02FF-D7D6-B561-7AEE2694A3F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0297C928-B18B-F1CE-32F2-97489E1240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855FDEA3-2285-4AD8-2E7E-E3A0CEB1ABD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4;p11">
            <a:extLst>
              <a:ext uri="{FF2B5EF4-FFF2-40B4-BE49-F238E27FC236}">
                <a16:creationId xmlns:a16="http://schemas.microsoft.com/office/drawing/2014/main" id="{1DB8F14D-9572-EF03-CA1F-C31CD4DC4AED}"/>
              </a:ext>
            </a:extLst>
          </p:cNvPr>
          <p:cNvSpPr txBox="1">
            <a:spLocks/>
          </p:cNvSpPr>
          <p:nvPr/>
        </p:nvSpPr>
        <p:spPr>
          <a:xfrm>
            <a:off x="6016869" y="1253331"/>
            <a:ext cx="454004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800" b="1" dirty="0"/>
              <a:t>Collaboration Tools</a:t>
            </a:r>
          </a:p>
          <a:p>
            <a:r>
              <a:rPr lang="en-US" sz="1800" dirty="0"/>
              <a:t>GitHub</a:t>
            </a:r>
          </a:p>
          <a:p>
            <a:r>
              <a:rPr lang="en-US" sz="1800" dirty="0"/>
              <a:t>Notion / Google Docs</a:t>
            </a:r>
          </a:p>
          <a:p>
            <a:r>
              <a:rPr lang="en-US" sz="1800" dirty="0"/>
              <a:t>Agile sprints (weekly tasks)</a:t>
            </a:r>
          </a:p>
          <a:p>
            <a:r>
              <a:rPr lang="en-US" sz="1800" dirty="0"/>
              <a:t>Issue tracking</a:t>
            </a:r>
          </a:p>
        </p:txBody>
      </p:sp>
    </p:spTree>
    <p:extLst>
      <p:ext uri="{BB962C8B-B14F-4D97-AF65-F5344CB8AC3E}">
        <p14:creationId xmlns:p14="http://schemas.microsoft.com/office/powerpoint/2010/main" val="188630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4;p11">
            <a:extLst>
              <a:ext uri="{FF2B5EF4-FFF2-40B4-BE49-F238E27FC236}">
                <a16:creationId xmlns:a16="http://schemas.microsoft.com/office/drawing/2014/main" id="{83AF205D-C4DC-DCAC-3919-CE03CDE7E1EE}"/>
              </a:ext>
            </a:extLst>
          </p:cNvPr>
          <p:cNvSpPr txBox="1">
            <a:spLocks/>
          </p:cNvSpPr>
          <p:nvPr/>
        </p:nvSpPr>
        <p:spPr>
          <a:xfrm>
            <a:off x="647699" y="4365662"/>
            <a:ext cx="10272252" cy="1496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/>
              <a:t>Questions or feedback?</a:t>
            </a:r>
            <a:br>
              <a:rPr lang="en-US" sz="1800" dirty="0"/>
            </a:br>
            <a:endParaRPr lang="en-US" sz="1800" dirty="0"/>
          </a:p>
          <a:p>
            <a:br>
              <a:rPr lang="en-US" sz="1800" dirty="0"/>
            </a:br>
            <a:endParaRPr lang="en-US" sz="1800" dirty="0"/>
          </a:p>
          <a:p>
            <a:pPr algn="ctr"/>
            <a:r>
              <a:rPr lang="en-US" sz="1800" dirty="0"/>
              <a:t>Email: mohamedatia2223@gmail.com</a:t>
            </a:r>
          </a:p>
          <a:p>
            <a:pPr algn="ctr"/>
            <a:br>
              <a:rPr lang="en-US" sz="1800" dirty="0"/>
            </a:br>
            <a:r>
              <a:rPr lang="en-US" sz="1800" dirty="0"/>
              <a:t>GitHub: </a:t>
            </a:r>
            <a:r>
              <a:rPr lang="en-US" sz="1800" i="1" dirty="0">
                <a:hlinkClick r:id="rId4"/>
              </a:rPr>
              <a:t>https://github.com/mohamedatia2223/Anomaly-detection-DEPImohamedatia2223</a:t>
            </a: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9D11F-5B70-366A-E76E-E28225E634B7}"/>
              </a:ext>
            </a:extLst>
          </p:cNvPr>
          <p:cNvSpPr/>
          <p:nvPr/>
        </p:nvSpPr>
        <p:spPr>
          <a:xfrm>
            <a:off x="2209800" y="492118"/>
            <a:ext cx="7148051" cy="351011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648</Words>
  <Application>Microsoft Office PowerPoint</Application>
  <PresentationFormat>Widescreen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Multimodal AI Anomaly Detector</vt:lpstr>
      <vt:lpstr>Problem Being Solved Modern security systems usually analyze only one type of data, missing cross-modal anomalies. AI-generated content (text/images) and advanced cyberattacks make detection more difficult.  Proposed Solution A unified multimodal anomaly detection system that analyzes: Text, Images and Network Packets  Unique Value Proposition Combines NLP + Computer Vision + Cybersecurity in one pipeline. Detects AI-generated content and network intrusions using deep learning. Works directly on websites, extracting and analyzing content automatically. </vt:lpstr>
      <vt:lpstr>Visual Representation (UI Wireframe) Homepage: Choose analysis type → (Text, Image, Website, Network Packets) Analysis Dashboard: Displays predictions with color-coded confidence scores Website Scanner Page: Shows extracted text + images + anomaly results  User Journey User opens the app Selects input type (text, image, website, packets) Uploads/enters data System analyzes using 3 AI models Clear results and explanations are shown  Focus on simplicity, dark UI theme, easy navigation. </vt:lpstr>
      <vt:lpstr>Primary End-Users Cybersecurity analysts Content authenticity checkers AI researchers Website auditors  Key Features Text Analyzer: Detects AI-generated or abnormal writing Image Analyzer: Identifies synthetic/AI-generated photos Packet Anomaly Detector: Detects malicious or unusual network behavior Website Scanner: Extracts + analyzes all text and images on a link  How Features Solve User Problems Analysts detect attacks faster Publishers verify if content is real or AI-generated Researchers evaluate multimodal anomalies in one system </vt:lpstr>
      <vt:lpstr>Dataset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محمد احمد محمد احمد عطيه</cp:lastModifiedBy>
  <cp:revision>5</cp:revision>
  <dcterms:created xsi:type="dcterms:W3CDTF">2024-03-14T10:03:54Z</dcterms:created>
  <dcterms:modified xsi:type="dcterms:W3CDTF">2025-11-30T17:48:54Z</dcterms:modified>
</cp:coreProperties>
</file>